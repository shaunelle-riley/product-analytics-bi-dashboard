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d9ccb7f2-2d57-48d5-bfa4-3c177e3ad7d5}">
  <we:reference id="WA200003233" version="2.0.0.3" store="en-US" storeType="OMEX"/>
  <we:alternateReferences/>
  <we:properties>
    <we:property name="Microsoft.Office.CampaignId" value="&quot;none&quot;"/>
    <we:property name="reportUrl" value="&quot;/groups/me/reports/8956b331-f3fa-49cd-b205-82c3658ee28a/644460af86a0cccaeb48?bookmarkGuid=081776ed-2e30-4f2f-9c24-bb60526947f4&amp;bookmarkUsage=1&amp;ctid=3224fad9-4bcc-4d47-ae98-86ea3c6b3b13&amp;fromEntryPoint=export&quot;"/>
    <we:property name="reportState" value="&quot;CONNECTED&quot;"/>
    <we:property name="artifactViewState" value="&quot;live&quot;"/>
    <we:property name="reportEmbeddedTime" value="&quot;2025-08-11T19:39:43.294Z&quot;"/>
    <we:property name="creatorSessionId" value="&quot;33661001-9226-48d2-aaed-a2e5fb754492&quot;"/>
    <we:property name="creatorUserId" value="&quot;1003200092C3FCFF&quot;"/>
    <we:property name="creatorTenantId" value="&quot;3224fad9-4bcc-4d47-ae98-86ea3c6b3b13&quot;"/>
    <we:property name="pageDisplayName" value="&quot;Dashboard&quot;"/>
    <we:property name="pageName" value="&quot;644460af86a0cccaeb48&quot;"/>
    <we:property name="reportName" value="&quot;Product Analytics&quot;"/>
    <we:property name="isVisualContainerHeaderHidden" value="false"/>
    <we:property name="isFiltersActionButtonVisible" value="true"/>
    <we:property name="initialStateBookmark" value="&quot;H4sIAAAAAAAAA+1YX2/bNhD/KoVe+uLFJCVRUt4SJwWKrl2WdB2KIQgo8uSwlUWXotJ4Qb77jpSMNqnTJEZae8MenFCn0/3j747Hu4qUbue1WLwRM4h2o31jPs6E/fiMRqOoGWi//fbq9d7xq7M3e68PkWzmTpumjXavIifsFNw73Xai9hKQ+NfpKBJ1fSSm/qkSdQujaA62NY2o9d/QM+MrZzu4HkVwOa+NFV7kiRMOvNgLZMdn1E13YtQopNMXcALS9VSeJAknosq5IFJKAWWSI1vbMwTLVrJ40UH9xDRO6AbVBF4mK67SKk4zWQqWZUWReHqrm2k9GPzl27eLuY9Key7wP0aj/IBqvZzra3SnYjLNeUWzkvGkICmJE7murFxCwqBKBUVJJY9Jma5tV1LINEmrjBIGRZEKImB9u5jgFctzmcdC8JzkhLB7ZekZIuJbWQzyKuG8KqQiuSIqySDIqnTthu0pF4eXc4vIQrz1siaIk6mxWqKegCALbQ+Yq2hi6m4WVoc36CemsxKOoQqvGqfdAiX93oFd0MhbcmQNwjRQX3pbzzpbhxfn5vPEAqpU0S65PkXKdx0V6kI0EtRJrSXYgelrv6MZYNb4xRQQgl4Eujbv1Wtov7h/c/VumRVsFL2wZhY+G/L2E2q47dQo6i1Cm0fRn+dgIXyB2FfaDVF5eStS7cDygBj2D0H3d8KHqt+JuguVASX/ql3v8VVPRu7n587N293xWJQtNE4JJ3akmY0/z3+RmKZIGndYIoRqx4ywZEzpeJadTXW1g7/nXsUpIsn/+j8ICMYl5l0aM0WLvOCppMW9mNobtu0bQO1NpxamYhmxwydHGy5VJ10gv+iaocjFa0BPCqtWAC4EhRCe5HleipyUSZnKomRyi4NyAK20Opw0PzgwkHGFVQirWFqSOGOKU77xCjQxXePsYkX9GW3B5hzDBTSYvDc3hqyzMXXXYpRB7Qs7ORfW3dwffLAK7P4ixP5A22ULgCXwcEt89iWub1CQ+8NXLciAkcXDS+qDQXHap7RSmSQpK5RigsasyMptrnMPRs3op6XZgW84N2nAexB2nSZDBt2PyRh6O2OeMH4/LwUGhT3+GbaftCgKVQqScSoBtqByH+hW+jw92xeN+s/Xb2Wazv1fuB+JiR6+iki8+CRSqZKonHAli3jdKxmCP8sgZZInRHHJS7zhbTwVJni2G7zsnAXb/+WpsPEzYRuihctK376pbDRYX1+eHlm75vrCuLeirOF27VpZFY7N50fcjh+ZGliKerFPp2KA0Wk/YxNNu5yw9SqsqcOq9wv115gJdf/ukxeIWsL7XvrOTYuRX7doZS3mrQ+3H+YhSUGw6RUsfmiodHukm2ap16NtlcVLaNxh600ZyGSNcd6epRfLuUXT1XWo2dhxUEZJQWmaQ5aUjAkZ319m70zX1yDazsJTpOSz9+b9ejXjSYz4o9GufXZianWHIWvf0B/eSPwYR/p9L6mgPKU8l6Usucx5DPHGj9d17w73DihDRxETlvA0SUuSJoxk6DhXW3y5/DlDNFooTigHqYqUEYE4iNN7WzYHl640l99KU6IAIgtaEFpQkqdpmaUbR9Xdk6cnAVZwfNUs3HSunQsJR6KBFQNxVKT9SY1LCBFZOUv2pTzqp3r+yFOgHvjBMDv+BxCy+hIPGwAA&quot;"/>
    <we:property name="bookmark" value="&quot;H4sIAAAAAAAAA+1YW2/bNhT+K4Ve+uLFJCVSUt4aJwWKXZA1XYdiCAJejhy2suhRVBovyH/fEWWvTeo0iZHW3rAHGxR5dG78zifyXCXGtvNaLn6RM0j2kwPnPsyk//CMJqOkGeaACFplRaqKtDS6oDrjgKtuHqxr2mT/KgnSTyG8tW0n614RTv5xOkpkXR/Laf9UybqFUTIH37pG1vYvGIRxKfgOrkcJXM5r52Wv8iTIAL3aCxTHZ3SB7qVoUepgL+AEdBhmRZZlgsiqEJJorSWorECxdhCInq0V6VVH8xPXBGkbNBNlma6E4VXKc60ky/OyzPr51jbTeunwp3ffLOZ9ctpzOY/ZUO/RbK/n+hrDqZjmhahorpjISsJJmulNdRUaMgYVlxQ1KZESxTf2Kys1z3iVU8KgLLkkEjb3i0lRsaLQRSqlKEhBCLtXl50hIr7UxaCoMiGqUhtSGGKyHKKuytZhuT1qcXQ594gsxNuga4I4mTpvNdqJCPLQDoC5Siau7mZxdHRj/sR1XsNrqOJSE2xYoKZfO/ALmvSeHHuHMI2zr3pfzzpfx4Vz93HiAU2aZJ9cn+LMVwOV5kI2GsxJbTX4pdDncSczwKrpB1NACPYqMLT5YN5C+yn8m6O3q6pgo+Sld7P42rJ8/0QLt4MaJYNH6PMo+f0cPMQ3EPvGhmVWXt3KVLsUeUAOh4do+yvpQ9NvZd1FZkDNP9kwRHw1TKP08/MQ5u3+eCxVC00wMsg97Wbjj/MfNJYpTo07pAhp2jEjLBtTOp7lZ1Nb7eHveW/iFJHU/4Y/BAQTGuuOp8zQsigF17S8F1Mvltv2BaBeTKcepnKVsaMnRxsOTadDnH7ZNUuSSzeAnpberAFcTAohIiuKQsmCqExxXSqmdzgph9Bqb+OX5hsnBnJhkIWQxbgiac6MoGLrDDRxXRP8Yg3/jHZgc17DBTRYvDc3hmyyMXXXYpbBHEg/OZc+3NwffPAG/MEi5v7Q+tURACnwaEdi7iluOKCg9PvPjiBLjCweTqkPBsXpUNLG5JpwVhrDJE1Zmatd5rkHo2b03crssD9wbtOBdyD9JocMHW0/pmLo7Yp5wvx9vxJYGhzwz/D4ScuyNEqSXFANsAPMfWhb3dfp2YFszH+ev41ruvA/cT8SEwN8DdF48cm0MYqYggijy3TTKxmCP8+BMy0yYoQWCm94Wy+FCX7bHV52zqLv//JS2Po3YReyhcPK3r6pbDVZn1+eHsldc3vhwhuparjNXWtZ4bX7+Ijb8SNLA6loUPt0JpYwOh16bLJpVx22wYR3dRwNcaH9GiuhHtb+7BWilbg+aN+76THK2xa9rOW87dPdN/NwykD06UdYfNNU2fbYNs3Kbo+2dR6voHGHrzd1oJB3LvT+rKJY9S2arq4jZ+OJgzJKSkp5AXmmGJM6vZ9m7yzXn0G2nYenKMln79y7zTjjSZz4rbGhfXbianOHIxvf0B9+kPg2gQz7rqikglNRaKWV0IVIId3653XTu8O9Dcp4okgJywTPuCI8YyTHwIXZ4cvl92mi0dIIQgVoU3JGJOIg5fce2QJcBuUuv9RmZAlEl7QktKSk4FzlfOuourvz9CTAioGv64W7LrRzqeFYNrCmIY6GbP+lxiHEjKztJfdUnlz/0wr+G4jhQ5nlGgAA&quot;"/>
    <we:property name="datasetId" value="&quot;6df4b43d-311f-41a1-859f-f5a91ec300e9&quot;"/>
    <we:property name="embedUrl" value="&quot;/reportEmbed?reportId=8956b331-f3fa-49cd-b205-82c3658ee28a&amp;config=eyJjbHVzdGVyVXJsIjoiaHR0cHM6Ly9XQUJJLVVTLUVBU1QyLXJlZGlyZWN0LmFuYWx5c2lzLndpbmRvd3MubmV0IiwiZW1iZWRGZWF0dXJlcyI6eyJ1c2FnZU1ldHJpY3NWTmV4dCI6dHJ1ZX19&amp;disableSensitivityBanner=true&amp;storytellingChangeViewModeShortcutKeys=true&quot;"/>
    <we:property name="backgroundColor" value="&quot;#F8D3C3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Shaunelle Riley</cp:lastModifiedBy>
  <cp:revision>3</cp:revision>
  <dcterms:created xsi:type="dcterms:W3CDTF">2018-06-07T21:39:02Z</dcterms:created>
  <dcterms:modified xsi:type="dcterms:W3CDTF">2025-08-11T19:40:45Z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